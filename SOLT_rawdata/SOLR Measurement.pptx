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3" r:id="rId8"/>
    <p:sldId id="262" r:id="rId9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B3B2-4065-D3F7-B3A3-AE4C67B80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D876A-E979-7A2D-9279-F1FEB9748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F646-E942-747E-BE19-941D7C6D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B8504-C107-41F8-411B-2DB5B0BC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499F-9F75-FF50-2D1A-85E5C27A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A702A-98DC-06EA-79B8-BDDAF0DA2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629B5-2F59-E5C6-AAE9-F45993BA7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3FCB8-BA72-D8DB-3672-257508D3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DAA1D-3417-5CB3-9EBD-EF7948B4B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2633-3DEE-604D-1DD8-FAABD80E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4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532A-0442-6381-2128-75850286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CC1A2-A073-9C16-7C1F-8EF5F64F7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0282F-2BF0-FECD-94FC-6259B930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0572F-B4E0-4EC4-E14C-9E8E94B9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7808-DFBF-7969-960B-BEFC5043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2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226C-9832-A96C-3ECC-83075B06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F49B6-03E7-EB2B-C834-563B0E6A6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3C823-5CB4-3249-A011-2072C560B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7B04E-138C-7DD5-234E-73FF2981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DDDCC-50F3-300E-1D65-9A91057F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4254E-DE60-9651-8FC3-91A8E977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3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5136-39F9-1E9B-36A9-62AD8596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E0F9E-E604-30BF-A821-F8EF0435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581D-31DC-A09B-E028-4631441D1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B966B-63F7-5154-A9ED-8AB5C2751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9076B-4ED5-EAA5-A2E5-103CE82B0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E05BE-9F10-7D46-E64D-B4F403B3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EE221-5475-3E3D-2629-4199E7AB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D5531-1E25-3CB4-76E0-8A35B04F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277E-2F6B-B2B8-1C7E-96ADEB59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093F6-4953-8F37-EE4A-172B3F0D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3B5BF-E816-0F00-46DF-DEE9AEC5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CFBE1-0367-ECC2-A838-C87ACC24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39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0C0AA-A1A0-3D5E-054D-1A7D818D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5ABD0-B3D0-7A10-5846-2B74FD5F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1EEE7-8EA6-7D97-65D5-744D149A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6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2C42-8262-4C8F-D519-7828410C5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7F83D-274A-1EB2-9C9E-0A41A26B8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1D4DB-8517-F420-9060-27B939E33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87CF0-487F-8EF0-6708-8169841B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23646-CC34-6A5A-62FD-BC4295D6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E41AA-87F4-F7BD-4632-BEDDD4AB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5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5BE0-3955-EA81-DF71-EAA39FC3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29FAD-CD16-BB87-A846-2E76F12B7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7FA5C-C13A-0756-D82A-EDC6D4C3F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A9F99-9C3B-D3A5-915F-D49E7CE3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C5C6E-D9E1-8973-7BDF-40233074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72E3B-25C4-DCAA-88DF-BA8C98BA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2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0D6E9-CD38-5872-2D13-2F038CC5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30ED3-3166-1A05-F65E-1F2CEF924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B6A1-C198-A4F0-2307-D19208E1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5F5B1-9852-74FE-565A-BB8E0519A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068ED-F1A3-9BC6-071A-34E7E3C8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7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7E4679-8946-D1CF-FC0C-CC9347F2E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FD31F-EE04-CC6D-9AC5-487B3E21B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BE96-A7FC-6E62-B20C-48C37C97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59CC1-016E-8825-6CAF-E2D14A47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18332-299A-40B8-C4CF-3CD29D02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5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32543-F093-D00C-2DC7-CB8C7A30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67446-3A24-FE95-6D59-91EBB5144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D58BB-C3BA-92AA-F8E5-4FE6C9BF1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B3B89-CEEA-499E-9A57-FD777C52D38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546C6-4174-0886-478C-3AC4D6A25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3DF38-7080-C0A5-4FF7-3AE42E14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01A1-955A-4038-B7C5-B6F48AEBF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9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EFD1-F090-DAF1-8870-478221069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SOLR Measurement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A161A-3407-BE9A-F77F-642CB9972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6 </a:t>
            </a:r>
            <a:r>
              <a:rPr lang="en-US" dirty="0" err="1"/>
              <a:t>Thrus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7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9231B2-11EE-FF19-C709-24925E2C1F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52" b="15942"/>
          <a:stretch>
            <a:fillRect/>
          </a:stretch>
        </p:blipFill>
        <p:spPr>
          <a:xfrm>
            <a:off x="1882802" y="914401"/>
            <a:ext cx="5143500" cy="4691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496C4-0BE3-8C55-CCBC-783F00A0F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46" r="34026"/>
          <a:stretch>
            <a:fillRect/>
          </a:stretch>
        </p:blipFill>
        <p:spPr>
          <a:xfrm>
            <a:off x="7410616" y="326004"/>
            <a:ext cx="1725572" cy="63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7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758F7C95-4D2D-FAC7-0FA7-D96136485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4" y="1510748"/>
            <a:ext cx="55816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6B6AAFE9-739F-A177-CD38-648F9687A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017" y="1567898"/>
            <a:ext cx="56007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4469925-9306-B569-C0BF-8829E0F39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Warm SOL Reflections</a:t>
            </a:r>
          </a:p>
        </p:txBody>
      </p:sp>
    </p:spTree>
    <p:extLst>
      <p:ext uri="{BB962C8B-B14F-4D97-AF65-F5344CB8AC3E}">
        <p14:creationId xmlns:p14="http://schemas.microsoft.com/office/powerpoint/2010/main" val="390045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D7F2-1F2F-F7DB-5453-225B76B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SOL Reflections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2A95B267-23E5-84D5-FC52-761DE102C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3" y="1892411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15DB920-2C30-DB57-EE99-F698FF181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089" y="1690688"/>
            <a:ext cx="571500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12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5F3F0-FCF9-7C7B-DA7D-86885619A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S21 and S12 of SOL(uh oh!)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4BF0105-9BB9-8EA5-61B8-C9441E89C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341" y="1979873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5EEC505F-03F1-FA1F-55DA-CA1966C51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94" y="1979872"/>
            <a:ext cx="56673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49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533B-913D-8D41-3635-9A7F51E8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THRUs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CFE856-7FCC-A440-21EC-9FEC42A9E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80" y="1351722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5B8E1B2-E3BF-4E36-BF7B-220998025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627" y="1415332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16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E06F-1724-79A9-55D2-BF9FB7BC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 </a:t>
            </a:r>
            <a:r>
              <a:rPr lang="en-US" dirty="0" err="1"/>
              <a:t>Thrus</a:t>
            </a:r>
            <a:r>
              <a:rPr lang="en-US" dirty="0"/>
              <a:t>(switch stuck)</a:t>
            </a:r>
          </a:p>
        </p:txBody>
      </p:sp>
      <p:pic>
        <p:nvPicPr>
          <p:cNvPr id="6145" name="Picture 1">
            <a:extLst>
              <a:ext uri="{FF2B5EF4-FFF2-40B4-BE49-F238E27FC236}">
                <a16:creationId xmlns:a16="http://schemas.microsoft.com/office/drawing/2014/main" id="{B7D33D44-626B-8934-BB50-EF8893E9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828801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8C8F790D-811D-F8CC-130D-B0321B80D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164" y="1828801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384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4044-C3E1-934B-FD91-C9A0272D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745" y="396930"/>
            <a:ext cx="10802510" cy="1325563"/>
          </a:xfrm>
        </p:spPr>
        <p:txBody>
          <a:bodyPr/>
          <a:lstStyle/>
          <a:p>
            <a:r>
              <a:rPr lang="en-US" dirty="0"/>
              <a:t>Warmed up to 45 K and suddenly it fixed itself!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C86E2-3A18-EA5B-E1E5-0FC721FCC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45" y="1475768"/>
            <a:ext cx="10515600" cy="4351338"/>
          </a:xfrm>
        </p:spPr>
        <p:txBody>
          <a:bodyPr/>
          <a:lstStyle/>
          <a:p>
            <a:r>
              <a:rPr lang="en-US" dirty="0"/>
              <a:t>Cooled back down and it remained fixed, while in open state</a:t>
            </a:r>
          </a:p>
        </p:txBody>
      </p:sp>
      <p:pic>
        <p:nvPicPr>
          <p:cNvPr id="5121" name="Picture 1">
            <a:extLst>
              <a:ext uri="{FF2B5EF4-FFF2-40B4-BE49-F238E27FC236}">
                <a16:creationId xmlns:a16="http://schemas.microsoft.com/office/drawing/2014/main" id="{F266C5B6-BA09-A607-8536-D2CD4B7E9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2" y="2259552"/>
            <a:ext cx="5667375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98C341-DEFB-5A7B-49F2-891E77F893E3}"/>
              </a:ext>
            </a:extLst>
          </p:cNvPr>
          <p:cNvSpPr txBox="1"/>
          <p:nvPr/>
        </p:nvSpPr>
        <p:spPr>
          <a:xfrm>
            <a:off x="3474719" y="2136945"/>
            <a:ext cx="2998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re-cool from 45 K to 7 K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E14B915-CD1D-0D90-4A7A-C31F2FC0C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425" y="2321611"/>
            <a:ext cx="558165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3D8E7A-E9EA-FB88-BDE8-CCE99E3F5ECD}"/>
              </a:ext>
            </a:extLst>
          </p:cNvPr>
          <p:cNvCxnSpPr>
            <a:cxnSpLocks/>
          </p:cNvCxnSpPr>
          <p:nvPr/>
        </p:nvCxnSpPr>
        <p:spPr>
          <a:xfrm flipV="1">
            <a:off x="6671463" y="5581816"/>
            <a:ext cx="1009497" cy="947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88B887-8BDA-6038-1BBE-77993667AD63}"/>
              </a:ext>
            </a:extLst>
          </p:cNvPr>
          <p:cNvSpPr txBox="1"/>
          <p:nvPr/>
        </p:nvSpPr>
        <p:spPr>
          <a:xfrm>
            <a:off x="4830110" y="6428116"/>
            <a:ext cx="192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repeatable</a:t>
            </a:r>
          </a:p>
        </p:txBody>
      </p:sp>
    </p:spTree>
    <p:extLst>
      <p:ext uri="{BB962C8B-B14F-4D97-AF65-F5344CB8AC3E}">
        <p14:creationId xmlns:p14="http://schemas.microsoft.com/office/powerpoint/2010/main" val="247300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60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SOLR Measurement</vt:lpstr>
      <vt:lpstr>PowerPoint Presentation</vt:lpstr>
      <vt:lpstr>Warm SOL Reflections</vt:lpstr>
      <vt:lpstr>Cold SOL Reflections</vt:lpstr>
      <vt:lpstr>S21 and S12 of SOL(uh oh!)</vt:lpstr>
      <vt:lpstr>THRUs</vt:lpstr>
      <vt:lpstr>Cold Thrus(switch stuck)</vt:lpstr>
      <vt:lpstr>Warmed up to 45 K and suddenly it fixed itself!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25</cp:revision>
  <cp:lastPrinted>2026-02-18T21:43:56Z</cp:lastPrinted>
  <dcterms:created xsi:type="dcterms:W3CDTF">2026-02-18T20:02:37Z</dcterms:created>
  <dcterms:modified xsi:type="dcterms:W3CDTF">2026-02-18T21:43:59Z</dcterms:modified>
</cp:coreProperties>
</file>